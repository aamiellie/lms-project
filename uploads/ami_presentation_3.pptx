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microsoft.com/office/2016/11/relationships/changesInfo" Target="changesInfos/changesInfo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thaelit2004@gmail.com" userId="54c3de27b5cff229" providerId="LiveId" clId="{A9D92FE1-D4DE-CB4D-AC53-9EF0BA890F74}"/>
    <pc:docChg chg="undo custSel addSld delSld modSld sldOrd">
      <pc:chgData name="amithaelit2004@gmail.com" userId="54c3de27b5cff229" providerId="LiveId" clId="{A9D92FE1-D4DE-CB4D-AC53-9EF0BA890F74}" dt="2025-01-28T13:50:16.848" v="625" actId="20577"/>
      <pc:docMkLst>
        <pc:docMk/>
      </pc:docMkLst>
      <pc:sldChg chg="modSp">
        <pc:chgData name="amithaelit2004@gmail.com" userId="54c3de27b5cff229" providerId="LiveId" clId="{A9D92FE1-D4DE-CB4D-AC53-9EF0BA890F74}" dt="2025-01-28T10:25:16.738" v="4" actId="20577"/>
        <pc:sldMkLst>
          <pc:docMk/>
          <pc:sldMk cId="580352724" sldId="256"/>
        </pc:sldMkLst>
        <pc:spChg chg="mod">
          <ac:chgData name="amithaelit2004@gmail.com" userId="54c3de27b5cff229" providerId="LiveId" clId="{A9D92FE1-D4DE-CB4D-AC53-9EF0BA890F74}" dt="2025-01-28T10:25:16.738" v="4" actId="20577"/>
          <ac:spMkLst>
            <pc:docMk/>
            <pc:sldMk cId="580352724" sldId="256"/>
            <ac:spMk id="2" creationId="{A0020FC1-E177-C798-CCF4-86B724204207}"/>
          </ac:spMkLst>
        </pc:spChg>
      </pc:sldChg>
      <pc:sldChg chg="modSp new">
        <pc:chgData name="amithaelit2004@gmail.com" userId="54c3de27b5cff229" providerId="LiveId" clId="{A9D92FE1-D4DE-CB4D-AC53-9EF0BA890F74}" dt="2025-01-28T10:28:02.445" v="18" actId="313"/>
        <pc:sldMkLst>
          <pc:docMk/>
          <pc:sldMk cId="3349522666" sldId="257"/>
        </pc:sldMkLst>
        <pc:spChg chg="mod">
          <ac:chgData name="amithaelit2004@gmail.com" userId="54c3de27b5cff229" providerId="LiveId" clId="{A9D92FE1-D4DE-CB4D-AC53-9EF0BA890F74}" dt="2025-01-28T10:28:02.445" v="18" actId="313"/>
          <ac:spMkLst>
            <pc:docMk/>
            <pc:sldMk cId="3349522666" sldId="257"/>
            <ac:spMk id="2" creationId="{0ABC48DD-C624-F83B-FF82-CFD07DC90E93}"/>
          </ac:spMkLst>
        </pc:spChg>
      </pc:sldChg>
      <pc:sldChg chg="addSp modSp new">
        <pc:chgData name="amithaelit2004@gmail.com" userId="54c3de27b5cff229" providerId="LiveId" clId="{A9D92FE1-D4DE-CB4D-AC53-9EF0BA890F74}" dt="2025-01-28T12:01:55.290" v="118" actId="20577"/>
        <pc:sldMkLst>
          <pc:docMk/>
          <pc:sldMk cId="1176613745" sldId="258"/>
        </pc:sldMkLst>
        <pc:spChg chg="mod">
          <ac:chgData name="amithaelit2004@gmail.com" userId="54c3de27b5cff229" providerId="LiveId" clId="{A9D92FE1-D4DE-CB4D-AC53-9EF0BA890F74}" dt="2025-01-28T10:28:40.498" v="22" actId="20577"/>
          <ac:spMkLst>
            <pc:docMk/>
            <pc:sldMk cId="1176613745" sldId="258"/>
            <ac:spMk id="2" creationId="{3E77333D-C6BE-C7A7-827E-949514B5630B}"/>
          </ac:spMkLst>
        </pc:spChg>
        <pc:spChg chg="mod">
          <ac:chgData name="amithaelit2004@gmail.com" userId="54c3de27b5cff229" providerId="LiveId" clId="{A9D92FE1-D4DE-CB4D-AC53-9EF0BA890F74}" dt="2025-01-28T12:01:55.290" v="118" actId="20577"/>
          <ac:spMkLst>
            <pc:docMk/>
            <pc:sldMk cId="1176613745" sldId="258"/>
            <ac:spMk id="3" creationId="{361CE361-2117-5DC5-2609-11CEE7F5BB69}"/>
          </ac:spMkLst>
        </pc:spChg>
        <pc:spChg chg="add mod">
          <ac:chgData name="amithaelit2004@gmail.com" userId="54c3de27b5cff229" providerId="LiveId" clId="{A9D92FE1-D4DE-CB4D-AC53-9EF0BA890F74}" dt="2025-01-28T11:58:24.925" v="92" actId="1076"/>
          <ac:spMkLst>
            <pc:docMk/>
            <pc:sldMk cId="1176613745" sldId="258"/>
            <ac:spMk id="4" creationId="{215717B7-5D4D-ACDA-0CCC-49B24623403E}"/>
          </ac:spMkLst>
        </pc:spChg>
      </pc:sldChg>
      <pc:sldChg chg="addSp delSp modSp new">
        <pc:chgData name="amithaelit2004@gmail.com" userId="54c3de27b5cff229" providerId="LiveId" clId="{A9D92FE1-D4DE-CB4D-AC53-9EF0BA890F74}" dt="2025-01-28T12:18:24.102" v="166" actId="14100"/>
        <pc:sldMkLst>
          <pc:docMk/>
          <pc:sldMk cId="3281626076" sldId="259"/>
        </pc:sldMkLst>
        <pc:spChg chg="mod">
          <ac:chgData name="amithaelit2004@gmail.com" userId="54c3de27b5cff229" providerId="LiveId" clId="{A9D92FE1-D4DE-CB4D-AC53-9EF0BA890F74}" dt="2025-01-28T12:04:34.118" v="129" actId="20577"/>
          <ac:spMkLst>
            <pc:docMk/>
            <pc:sldMk cId="3281626076" sldId="259"/>
            <ac:spMk id="2" creationId="{7D1DD8B7-96FC-8E3F-5CD3-20A2CFE94DB8}"/>
          </ac:spMkLst>
        </pc:spChg>
        <pc:spChg chg="add del">
          <ac:chgData name="amithaelit2004@gmail.com" userId="54c3de27b5cff229" providerId="LiveId" clId="{A9D92FE1-D4DE-CB4D-AC53-9EF0BA890F74}" dt="2025-01-28T12:15:47.495" v="146" actId="931"/>
          <ac:spMkLst>
            <pc:docMk/>
            <pc:sldMk cId="3281626076" sldId="259"/>
            <ac:spMk id="3" creationId="{5FF351AD-941A-355B-3738-6F6F8C01C7BA}"/>
          </ac:spMkLst>
        </pc:spChg>
        <pc:picChg chg="add del mod ord">
          <ac:chgData name="amithaelit2004@gmail.com" userId="54c3de27b5cff229" providerId="LiveId" clId="{A9D92FE1-D4DE-CB4D-AC53-9EF0BA890F74}" dt="2025-01-28T12:15:41.674" v="145" actId="931"/>
          <ac:picMkLst>
            <pc:docMk/>
            <pc:sldMk cId="3281626076" sldId="259"/>
            <ac:picMk id="4" creationId="{9FB4DB0F-FB72-AFFD-2C73-2425D13D54F8}"/>
          </ac:picMkLst>
        </pc:picChg>
        <pc:picChg chg="add del mod">
          <ac:chgData name="amithaelit2004@gmail.com" userId="54c3de27b5cff229" providerId="LiveId" clId="{A9D92FE1-D4DE-CB4D-AC53-9EF0BA890F74}" dt="2025-01-28T12:15:41.674" v="145" actId="931"/>
          <ac:picMkLst>
            <pc:docMk/>
            <pc:sldMk cId="3281626076" sldId="259"/>
            <ac:picMk id="5" creationId="{9ECE28B6-4C7C-9D69-E869-B20D3BB41DFE}"/>
          </ac:picMkLst>
        </pc:picChg>
        <pc:picChg chg="add del mod">
          <ac:chgData name="amithaelit2004@gmail.com" userId="54c3de27b5cff229" providerId="LiveId" clId="{A9D92FE1-D4DE-CB4D-AC53-9EF0BA890F74}" dt="2025-01-28T12:15:41.674" v="145" actId="931"/>
          <ac:picMkLst>
            <pc:docMk/>
            <pc:sldMk cId="3281626076" sldId="259"/>
            <ac:picMk id="6" creationId="{FF4A2778-0E7F-E2D5-AD0A-BE10E1928F44}"/>
          </ac:picMkLst>
        </pc:picChg>
        <pc:picChg chg="add del mod">
          <ac:chgData name="amithaelit2004@gmail.com" userId="54c3de27b5cff229" providerId="LiveId" clId="{A9D92FE1-D4DE-CB4D-AC53-9EF0BA890F74}" dt="2025-01-28T12:15:41.674" v="145" actId="931"/>
          <ac:picMkLst>
            <pc:docMk/>
            <pc:sldMk cId="3281626076" sldId="259"/>
            <ac:picMk id="7" creationId="{1E6A8290-503C-E3F0-DCC9-6295725B4A3F}"/>
          </ac:picMkLst>
        </pc:picChg>
        <pc:picChg chg="add mod ord">
          <ac:chgData name="amithaelit2004@gmail.com" userId="54c3de27b5cff229" providerId="LiveId" clId="{A9D92FE1-D4DE-CB4D-AC53-9EF0BA890F74}" dt="2025-01-28T12:16:18.843" v="148" actId="1076"/>
          <ac:picMkLst>
            <pc:docMk/>
            <pc:sldMk cId="3281626076" sldId="259"/>
            <ac:picMk id="8" creationId="{2D39721D-789C-8AFC-AC38-62C78A03C271}"/>
          </ac:picMkLst>
        </pc:picChg>
        <pc:picChg chg="add mod">
          <ac:chgData name="amithaelit2004@gmail.com" userId="54c3de27b5cff229" providerId="LiveId" clId="{A9D92FE1-D4DE-CB4D-AC53-9EF0BA890F74}" dt="2025-01-28T12:16:48.300" v="153" actId="1076"/>
          <ac:picMkLst>
            <pc:docMk/>
            <pc:sldMk cId="3281626076" sldId="259"/>
            <ac:picMk id="9" creationId="{694DDFAD-6CD8-B33B-3EF4-944243B305B5}"/>
          </ac:picMkLst>
        </pc:picChg>
        <pc:picChg chg="add mod">
          <ac:chgData name="amithaelit2004@gmail.com" userId="54c3de27b5cff229" providerId="LiveId" clId="{A9D92FE1-D4DE-CB4D-AC53-9EF0BA890F74}" dt="2025-01-28T12:17:45.622" v="157" actId="14100"/>
          <ac:picMkLst>
            <pc:docMk/>
            <pc:sldMk cId="3281626076" sldId="259"/>
            <ac:picMk id="10" creationId="{D2B357CA-B2F5-B554-23E4-8D4863A86813}"/>
          </ac:picMkLst>
        </pc:picChg>
        <pc:picChg chg="add mod">
          <ac:chgData name="amithaelit2004@gmail.com" userId="54c3de27b5cff229" providerId="LiveId" clId="{A9D92FE1-D4DE-CB4D-AC53-9EF0BA890F74}" dt="2025-01-28T12:18:24.102" v="166" actId="14100"/>
          <ac:picMkLst>
            <pc:docMk/>
            <pc:sldMk cId="3281626076" sldId="259"/>
            <ac:picMk id="11" creationId="{B6994FF9-D80B-F01E-9054-D42B52E4B294}"/>
          </ac:picMkLst>
        </pc:picChg>
      </pc:sldChg>
      <pc:sldChg chg="addSp delSp modSp new mod modClrScheme chgLayout">
        <pc:chgData name="amithaelit2004@gmail.com" userId="54c3de27b5cff229" providerId="LiveId" clId="{A9D92FE1-D4DE-CB4D-AC53-9EF0BA890F74}" dt="2025-01-28T13:13:22.774" v="484" actId="5793"/>
        <pc:sldMkLst>
          <pc:docMk/>
          <pc:sldMk cId="492606557" sldId="260"/>
        </pc:sldMkLst>
        <pc:spChg chg="mod ord">
          <ac:chgData name="amithaelit2004@gmail.com" userId="54c3de27b5cff229" providerId="LiveId" clId="{A9D92FE1-D4DE-CB4D-AC53-9EF0BA890F74}" dt="2025-01-28T12:27:07.844" v="242" actId="20577"/>
          <ac:spMkLst>
            <pc:docMk/>
            <pc:sldMk cId="492606557" sldId="260"/>
            <ac:spMk id="2" creationId="{A538A9C8-672A-7CAD-429D-CD3B612C8E12}"/>
          </ac:spMkLst>
        </pc:spChg>
        <pc:spChg chg="mod ord">
          <ac:chgData name="amithaelit2004@gmail.com" userId="54c3de27b5cff229" providerId="LiveId" clId="{A9D92FE1-D4DE-CB4D-AC53-9EF0BA890F74}" dt="2025-01-28T13:13:22.774" v="484" actId="5793"/>
          <ac:spMkLst>
            <pc:docMk/>
            <pc:sldMk cId="492606557" sldId="260"/>
            <ac:spMk id="3" creationId="{6BDAADB1-5DD4-F194-0CD4-99F2AA7B2DC5}"/>
          </ac:spMkLst>
        </pc:spChg>
        <pc:spChg chg="add del mod">
          <ac:chgData name="amithaelit2004@gmail.com" userId="54c3de27b5cff229" providerId="LiveId" clId="{A9D92FE1-D4DE-CB4D-AC53-9EF0BA890F74}" dt="2025-01-28T12:24:02.921" v="214" actId="139"/>
          <ac:spMkLst>
            <pc:docMk/>
            <pc:sldMk cId="492606557" sldId="260"/>
            <ac:spMk id="4" creationId="{7871F484-E285-3FC0-EF1A-1A5433518DAA}"/>
          </ac:spMkLst>
        </pc:spChg>
      </pc:sldChg>
      <pc:sldChg chg="addSp delSp modSp new del mod modClrScheme chgLayout">
        <pc:chgData name="amithaelit2004@gmail.com" userId="54c3de27b5cff229" providerId="LiveId" clId="{A9D92FE1-D4DE-CB4D-AC53-9EF0BA890F74}" dt="2025-01-28T12:47:07.613" v="256" actId="680"/>
        <pc:sldMkLst>
          <pc:docMk/>
          <pc:sldMk cId="1562928926" sldId="261"/>
        </pc:sldMkLst>
        <pc:spChg chg="add del">
          <ac:chgData name="amithaelit2004@gmail.com" userId="54c3de27b5cff229" providerId="LiveId" clId="{A9D92FE1-D4DE-CB4D-AC53-9EF0BA890F74}" dt="2025-01-28T12:47:05.718" v="255" actId="700"/>
          <ac:spMkLst>
            <pc:docMk/>
            <pc:sldMk cId="1562928926" sldId="261"/>
            <ac:spMk id="2" creationId="{9B412E09-1798-9D77-EBF0-BABD815C8179}"/>
          </ac:spMkLst>
        </pc:spChg>
        <pc:spChg chg="add del">
          <ac:chgData name="amithaelit2004@gmail.com" userId="54c3de27b5cff229" providerId="LiveId" clId="{A9D92FE1-D4DE-CB4D-AC53-9EF0BA890F74}" dt="2025-01-28T12:47:05.718" v="255" actId="700"/>
          <ac:spMkLst>
            <pc:docMk/>
            <pc:sldMk cId="1562928926" sldId="261"/>
            <ac:spMk id="3" creationId="{9A92A73E-A850-F390-8A4B-22C1E5CA37E0}"/>
          </ac:spMkLst>
        </pc:spChg>
        <pc:spChg chg="add del mod">
          <ac:chgData name="amithaelit2004@gmail.com" userId="54c3de27b5cff229" providerId="LiveId" clId="{A9D92FE1-D4DE-CB4D-AC53-9EF0BA890F74}" dt="2025-01-28T12:47:04.675" v="254" actId="139"/>
          <ac:spMkLst>
            <pc:docMk/>
            <pc:sldMk cId="1562928926" sldId="261"/>
            <ac:spMk id="5" creationId="{C9B17A52-10F3-0877-6367-5F031E532B76}"/>
          </ac:spMkLst>
        </pc:spChg>
        <pc:graphicFrameChg chg="add del mod ord modGraphic">
          <ac:chgData name="amithaelit2004@gmail.com" userId="54c3de27b5cff229" providerId="LiveId" clId="{A9D92FE1-D4DE-CB4D-AC53-9EF0BA890F74}" dt="2025-01-28T12:28:25.013" v="245" actId="3680"/>
          <ac:graphicFrameMkLst>
            <pc:docMk/>
            <pc:sldMk cId="1562928926" sldId="261"/>
            <ac:graphicFrameMk id="4" creationId="{CB343CD3-9D04-13EB-B077-AE335DBAB535}"/>
          </ac:graphicFrameMkLst>
        </pc:graphicFrameChg>
      </pc:sldChg>
      <pc:sldChg chg="addSp delSp modSp new mod modClrScheme chgLayout">
        <pc:chgData name="amithaelit2004@gmail.com" userId="54c3de27b5cff229" providerId="LiveId" clId="{A9D92FE1-D4DE-CB4D-AC53-9EF0BA890F74}" dt="2025-01-28T13:18:55.552" v="512" actId="20577"/>
        <pc:sldMkLst>
          <pc:docMk/>
          <pc:sldMk cId="2582118979" sldId="261"/>
        </pc:sldMkLst>
        <pc:spChg chg="del">
          <ac:chgData name="amithaelit2004@gmail.com" userId="54c3de27b5cff229" providerId="LiveId" clId="{A9D92FE1-D4DE-CB4D-AC53-9EF0BA890F74}" dt="2025-01-28T12:47:54.980" v="258" actId="700"/>
          <ac:spMkLst>
            <pc:docMk/>
            <pc:sldMk cId="2582118979" sldId="261"/>
            <ac:spMk id="2" creationId="{1907F7BB-78CA-F3E6-4424-E223187588C6}"/>
          </ac:spMkLst>
        </pc:spChg>
        <pc:spChg chg="del">
          <ac:chgData name="amithaelit2004@gmail.com" userId="54c3de27b5cff229" providerId="LiveId" clId="{A9D92FE1-D4DE-CB4D-AC53-9EF0BA890F74}" dt="2025-01-28T12:47:54.980" v="258" actId="700"/>
          <ac:spMkLst>
            <pc:docMk/>
            <pc:sldMk cId="2582118979" sldId="261"/>
            <ac:spMk id="3" creationId="{A941461B-D988-5BBF-D4C3-8FEEB19FF62B}"/>
          </ac:spMkLst>
        </pc:spChg>
        <pc:spChg chg="add mod">
          <ac:chgData name="amithaelit2004@gmail.com" userId="54c3de27b5cff229" providerId="LiveId" clId="{A9D92FE1-D4DE-CB4D-AC53-9EF0BA890F74}" dt="2025-01-28T12:54:21.797" v="318" actId="21"/>
          <ac:spMkLst>
            <pc:docMk/>
            <pc:sldMk cId="2582118979" sldId="261"/>
            <ac:spMk id="4" creationId="{2C13CC85-7CC3-1B32-BE1B-9918C3EF5BDB}"/>
          </ac:spMkLst>
        </pc:spChg>
        <pc:spChg chg="add">
          <ac:chgData name="amithaelit2004@gmail.com" userId="54c3de27b5cff229" providerId="LiveId" clId="{A9D92FE1-D4DE-CB4D-AC53-9EF0BA890F74}" dt="2025-01-28T12:55:28.058" v="328" actId="22"/>
          <ac:spMkLst>
            <pc:docMk/>
            <pc:sldMk cId="2582118979" sldId="261"/>
            <ac:spMk id="6" creationId="{333EB94E-3265-C3C0-6E3A-DC9774E7A453}"/>
          </ac:spMkLst>
        </pc:spChg>
        <pc:spChg chg="add mod">
          <ac:chgData name="amithaelit2004@gmail.com" userId="54c3de27b5cff229" providerId="LiveId" clId="{A9D92FE1-D4DE-CB4D-AC53-9EF0BA890F74}" dt="2025-01-28T13:18:55.552" v="512" actId="20577"/>
          <ac:spMkLst>
            <pc:docMk/>
            <pc:sldMk cId="2582118979" sldId="261"/>
            <ac:spMk id="8" creationId="{D9B17AA7-1FCA-226A-CBDB-8478755906D8}"/>
          </ac:spMkLst>
        </pc:spChg>
        <pc:spChg chg="add mod ord">
          <ac:chgData name="amithaelit2004@gmail.com" userId="54c3de27b5cff229" providerId="LiveId" clId="{A9D92FE1-D4DE-CB4D-AC53-9EF0BA890F74}" dt="2025-01-28T13:05:52.031" v="453" actId="700"/>
          <ac:spMkLst>
            <pc:docMk/>
            <pc:sldMk cId="2582118979" sldId="261"/>
            <ac:spMk id="9" creationId="{8EFAE774-E963-C315-4087-FEE5ED892008}"/>
          </ac:spMkLst>
        </pc:spChg>
        <pc:spChg chg="add mod ord">
          <ac:chgData name="amithaelit2004@gmail.com" userId="54c3de27b5cff229" providerId="LiveId" clId="{A9D92FE1-D4DE-CB4D-AC53-9EF0BA890F74}" dt="2025-01-28T13:05:52.031" v="453" actId="700"/>
          <ac:spMkLst>
            <pc:docMk/>
            <pc:sldMk cId="2582118979" sldId="261"/>
            <ac:spMk id="10" creationId="{F7A51B71-8A57-1CE1-CBC6-650973B2FB0A}"/>
          </ac:spMkLst>
        </pc:spChg>
      </pc:sldChg>
      <pc:sldChg chg="new del ord">
        <pc:chgData name="amithaelit2004@gmail.com" userId="54c3de27b5cff229" providerId="LiveId" clId="{A9D92FE1-D4DE-CB4D-AC53-9EF0BA890F74}" dt="2025-01-28T13:17:03.723" v="490" actId="680"/>
        <pc:sldMkLst>
          <pc:docMk/>
          <pc:sldMk cId="675368951" sldId="262"/>
        </pc:sldMkLst>
      </pc:sldChg>
      <pc:sldChg chg="modSp new mod modClrScheme chgLayout">
        <pc:chgData name="amithaelit2004@gmail.com" userId="54c3de27b5cff229" providerId="LiveId" clId="{A9D92FE1-D4DE-CB4D-AC53-9EF0BA890F74}" dt="2025-01-28T13:20:23.871" v="515" actId="313"/>
        <pc:sldMkLst>
          <pc:docMk/>
          <pc:sldMk cId="1627514074" sldId="262"/>
        </pc:sldMkLst>
        <pc:spChg chg="mod ord">
          <ac:chgData name="amithaelit2004@gmail.com" userId="54c3de27b5cff229" providerId="LiveId" clId="{A9D92FE1-D4DE-CB4D-AC53-9EF0BA890F74}" dt="2025-01-28T13:18:18.106" v="497" actId="700"/>
          <ac:spMkLst>
            <pc:docMk/>
            <pc:sldMk cId="1627514074" sldId="262"/>
            <ac:spMk id="2" creationId="{5CE616EC-5A0A-3B1D-4CBA-50FAA80D2634}"/>
          </ac:spMkLst>
        </pc:spChg>
        <pc:spChg chg="mod ord">
          <ac:chgData name="amithaelit2004@gmail.com" userId="54c3de27b5cff229" providerId="LiveId" clId="{A9D92FE1-D4DE-CB4D-AC53-9EF0BA890F74}" dt="2025-01-28T13:20:23.871" v="515" actId="313"/>
          <ac:spMkLst>
            <pc:docMk/>
            <pc:sldMk cId="1627514074" sldId="262"/>
            <ac:spMk id="3" creationId="{F5AFB8C0-011B-CC44-00FA-7A3CD0341677}"/>
          </ac:spMkLst>
        </pc:spChg>
      </pc:sldChg>
      <pc:sldChg chg="new del">
        <pc:chgData name="amithaelit2004@gmail.com" userId="54c3de27b5cff229" providerId="LiveId" clId="{A9D92FE1-D4DE-CB4D-AC53-9EF0BA890F74}" dt="2025-01-28T12:47:00.647" v="251" actId="680"/>
        <pc:sldMkLst>
          <pc:docMk/>
          <pc:sldMk cId="2138406267" sldId="262"/>
        </pc:sldMkLst>
      </pc:sldChg>
      <pc:sldChg chg="modSp new mod modClrScheme chgLayout">
        <pc:chgData name="amithaelit2004@gmail.com" userId="54c3de27b5cff229" providerId="LiveId" clId="{A9D92FE1-D4DE-CB4D-AC53-9EF0BA890F74}" dt="2025-01-28T13:22:40.587" v="534" actId="20577"/>
        <pc:sldMkLst>
          <pc:docMk/>
          <pc:sldMk cId="1360584841" sldId="263"/>
        </pc:sldMkLst>
        <pc:spChg chg="mod ord">
          <ac:chgData name="amithaelit2004@gmail.com" userId="54c3de27b5cff229" providerId="LiveId" clId="{A9D92FE1-D4DE-CB4D-AC53-9EF0BA890F74}" dt="2025-01-28T13:21:25.877" v="525" actId="20577"/>
          <ac:spMkLst>
            <pc:docMk/>
            <pc:sldMk cId="1360584841" sldId="263"/>
            <ac:spMk id="2" creationId="{D339F8F9-B1C9-C8E1-E916-37BABC3D5D26}"/>
          </ac:spMkLst>
        </pc:spChg>
        <pc:spChg chg="mod ord">
          <ac:chgData name="amithaelit2004@gmail.com" userId="54c3de27b5cff229" providerId="LiveId" clId="{A9D92FE1-D4DE-CB4D-AC53-9EF0BA890F74}" dt="2025-01-28T13:22:40.587" v="534" actId="20577"/>
          <ac:spMkLst>
            <pc:docMk/>
            <pc:sldMk cId="1360584841" sldId="263"/>
            <ac:spMk id="3" creationId="{8530A06C-9DCE-204E-2A8C-106E94418D3D}"/>
          </ac:spMkLst>
        </pc:spChg>
      </pc:sldChg>
      <pc:sldChg chg="modSp new">
        <pc:chgData name="amithaelit2004@gmail.com" userId="54c3de27b5cff229" providerId="LiveId" clId="{A9D92FE1-D4DE-CB4D-AC53-9EF0BA890F74}" dt="2025-01-28T13:24:50.298" v="566" actId="20577"/>
        <pc:sldMkLst>
          <pc:docMk/>
          <pc:sldMk cId="2173190648" sldId="264"/>
        </pc:sldMkLst>
        <pc:spChg chg="mod">
          <ac:chgData name="amithaelit2004@gmail.com" userId="54c3de27b5cff229" providerId="LiveId" clId="{A9D92FE1-D4DE-CB4D-AC53-9EF0BA890F74}" dt="2025-01-28T13:23:00.845" v="555" actId="20577"/>
          <ac:spMkLst>
            <pc:docMk/>
            <pc:sldMk cId="2173190648" sldId="264"/>
            <ac:spMk id="2" creationId="{97642DF6-21A0-800D-84F5-FC40EAEFA9DD}"/>
          </ac:spMkLst>
        </pc:spChg>
        <pc:spChg chg="mod">
          <ac:chgData name="amithaelit2004@gmail.com" userId="54c3de27b5cff229" providerId="LiveId" clId="{A9D92FE1-D4DE-CB4D-AC53-9EF0BA890F74}" dt="2025-01-28T13:24:50.298" v="566" actId="20577"/>
          <ac:spMkLst>
            <pc:docMk/>
            <pc:sldMk cId="2173190648" sldId="264"/>
            <ac:spMk id="3" creationId="{08581F0E-0006-52DE-5243-CE6375AA37D9}"/>
          </ac:spMkLst>
        </pc:spChg>
      </pc:sldChg>
      <pc:sldChg chg="addSp delSp modSp new mod modClrScheme chgLayout">
        <pc:chgData name="amithaelit2004@gmail.com" userId="54c3de27b5cff229" providerId="LiveId" clId="{A9D92FE1-D4DE-CB4D-AC53-9EF0BA890F74}" dt="2025-01-28T13:26:13.614" v="573" actId="14100"/>
        <pc:sldMkLst>
          <pc:docMk/>
          <pc:sldMk cId="3722491717" sldId="265"/>
        </pc:sldMkLst>
        <pc:spChg chg="del">
          <ac:chgData name="amithaelit2004@gmail.com" userId="54c3de27b5cff229" providerId="LiveId" clId="{A9D92FE1-D4DE-CB4D-AC53-9EF0BA890F74}" dt="2025-01-28T13:25:57.408" v="568" actId="700"/>
          <ac:spMkLst>
            <pc:docMk/>
            <pc:sldMk cId="3722491717" sldId="265"/>
            <ac:spMk id="2" creationId="{5D0135BF-DE15-238F-B86D-A232C88D5DE1}"/>
          </ac:spMkLst>
        </pc:spChg>
        <pc:spChg chg="del">
          <ac:chgData name="amithaelit2004@gmail.com" userId="54c3de27b5cff229" providerId="LiveId" clId="{A9D92FE1-D4DE-CB4D-AC53-9EF0BA890F74}" dt="2025-01-28T13:25:57.408" v="568" actId="700"/>
          <ac:spMkLst>
            <pc:docMk/>
            <pc:sldMk cId="3722491717" sldId="265"/>
            <ac:spMk id="3" creationId="{E4B3A919-FE30-48B3-19CC-8FA9CA8E496F}"/>
          </ac:spMkLst>
        </pc:spChg>
        <pc:spChg chg="add mod">
          <ac:chgData name="amithaelit2004@gmail.com" userId="54c3de27b5cff229" providerId="LiveId" clId="{A9D92FE1-D4DE-CB4D-AC53-9EF0BA890F74}" dt="2025-01-28T13:26:13.614" v="573" actId="14100"/>
          <ac:spMkLst>
            <pc:docMk/>
            <pc:sldMk cId="3722491717" sldId="265"/>
            <ac:spMk id="4" creationId="{746EC724-D042-EF18-38D3-8505DB865C86}"/>
          </ac:spMkLst>
        </pc:spChg>
      </pc:sldChg>
      <pc:sldChg chg="addSp modSp new ord">
        <pc:chgData name="amithaelit2004@gmail.com" userId="54c3de27b5cff229" providerId="LiveId" clId="{A9D92FE1-D4DE-CB4D-AC53-9EF0BA890F74}" dt="2025-01-28T13:50:16.848" v="625" actId="20577"/>
        <pc:sldMkLst>
          <pc:docMk/>
          <pc:sldMk cId="2773287643" sldId="266"/>
        </pc:sldMkLst>
        <pc:spChg chg="add mod">
          <ac:chgData name="amithaelit2004@gmail.com" userId="54c3de27b5cff229" providerId="LiveId" clId="{A9D92FE1-D4DE-CB4D-AC53-9EF0BA890F74}" dt="2025-01-28T13:50:16.848" v="625" actId="20577"/>
          <ac:spMkLst>
            <pc:docMk/>
            <pc:sldMk cId="2773287643" sldId="266"/>
            <ac:spMk id="3" creationId="{160E21C6-F389-D974-41E8-847E2FE7C0E7}"/>
          </ac:spMkLst>
        </pc:spChg>
        <pc:picChg chg="add mod">
          <ac:chgData name="amithaelit2004@gmail.com" userId="54c3de27b5cff229" providerId="LiveId" clId="{A9D92FE1-D4DE-CB4D-AC53-9EF0BA890F74}" dt="2025-01-28T13:35:55.105" v="581" actId="1076"/>
          <ac:picMkLst>
            <pc:docMk/>
            <pc:sldMk cId="2773287643" sldId="266"/>
            <ac:picMk id="2" creationId="{9A1F5E37-17B0-9DF2-E0C1-E7EE9920736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BC0A6-EA90-08E6-568E-6F6BF62956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C381D-1713-3EB4-C4B0-B8ED326FA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A462A-4901-8770-C662-02727ACF6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A85C-0016-5645-87F5-8D3C403C737F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83791-9DDC-38AF-341C-A61C3D409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09E9B-7B26-D0C1-AF03-FAF80206E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D90C-A175-8143-B07A-6EE20CED6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116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E5E56-D731-9A70-C090-0EC2C52E6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5E09B-301A-DB4C-39E8-D5571D4E4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14211-7D64-2F21-9048-71C435859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A85C-0016-5645-87F5-8D3C403C737F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A760C-6854-7007-D6C7-4A31E5BB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BDE9A-186E-15AB-0094-49824E25D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D90C-A175-8143-B07A-6EE20CED6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712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170E-5B47-0DB3-AE61-E46DDB25E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95C01-63F5-5BC0-0F35-28189EEE4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F7860-E963-115C-09D0-50CE0CBBD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A85C-0016-5645-87F5-8D3C403C737F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DD518-C390-82C8-9B07-0AB592B1F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120F0-0929-7A48-3046-C21FB42B7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D90C-A175-8143-B07A-6EE20CED6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90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E7738-9CD5-576D-F8D4-AB107790D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A955A-864B-3781-6454-5EB54BB9D9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8A913E-E0A9-36F5-E629-1E688C1EE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BD32C-0620-69DD-39F1-4A686FDC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A85C-0016-5645-87F5-8D3C403C737F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EA6C7-C121-2FAC-D034-2C76340E3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D0A1E-04D5-DA75-8020-02CDFF14C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D90C-A175-8143-B07A-6EE20CED6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28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18B18-CCE5-153F-780E-E26A71C41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E0243-C2BC-AF2C-17F1-C577D614E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D6D2FA-B8A1-6CB6-028E-3C26C74A5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B61C06-323A-FCDE-037E-9A40BED81C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C8BED2-ACB5-B08B-3208-B53BF21454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679C00-6FF5-B539-5365-71D1C9FD8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A85C-0016-5645-87F5-8D3C403C737F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22B95C-2B78-D07D-BDD7-7A996CFA6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831DF4-CD9C-A614-9BE7-564D1DEF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D90C-A175-8143-B07A-6EE20CED6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60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68E25-79A8-C27C-BE8D-43D264B84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7F199F-3127-E881-2C66-D0AEABF91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A85C-0016-5645-87F5-8D3C403C737F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52C912-8355-4986-80BB-E5D98F682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5B7D29-1483-41CD-ADB6-F922C0017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D90C-A175-8143-B07A-6EE20CED6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76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4C80F4-0710-7190-8F21-56960FED5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A85C-0016-5645-87F5-8D3C403C737F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C08A5A-842B-A2EB-F3E8-D8FBA9416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82F1E-D1FF-EDA7-CEFC-237CE1CDD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D90C-A175-8143-B07A-6EE20CED6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85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9E58-9155-5C25-4058-4B35770A4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9BF23-0BED-C79D-158E-4CAE4D9D0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539279-4DB0-FF2F-1858-610A657C7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B5917-A74B-279E-46CC-27F8ACA5D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A85C-0016-5645-87F5-8D3C403C737F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3B47F-C46C-3DE6-E0C3-0EAD558CF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1C7F0-A87E-2B2B-D126-EE739560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D90C-A175-8143-B07A-6EE20CED6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530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DF749-1F8B-0319-AF15-B013BFCB2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2858C7-8C5C-45E7-B7DF-EC6778B4CC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3D44D9-5071-8621-508C-EF80493FB1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F1183-DB47-7849-A0BD-39173356D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A85C-0016-5645-87F5-8D3C403C737F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45A97-FDC5-F0EF-C672-A90AEB7C2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3FECE-9515-9C93-33E4-864BD1A92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D90C-A175-8143-B07A-6EE20CED6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021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93B4E-EBED-8735-28E3-F2FF1CF50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3A331-28E3-15DC-4298-3DBD84F7C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0084B-B6A9-91DC-ADAD-7E0A766E2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A85C-0016-5645-87F5-8D3C403C737F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BE104-02D0-5A6B-F828-D724502EA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CD27F-101E-4097-9BF7-297A0995A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D90C-A175-8143-B07A-6EE20CED6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100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3FAF9-315C-C9E1-2308-077D44149A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400D9-7AEA-1C7E-B42F-9E34B3F85F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EE92F-A198-050F-446B-11437CB05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DA85C-0016-5645-87F5-8D3C403C737F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D0A93-5A1D-C343-1A77-F860B8C9E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3EDF3-42EF-E546-539B-9F910B7AD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D90C-A175-8143-B07A-6EE20CED6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94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92FC1A-5E6B-F0C7-03AF-7611FD127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B51C6-8672-733B-1F31-483C95980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0EBE9-3D66-0DDA-4447-F4C47880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BDA85C-0016-5645-87F5-8D3C403C737F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954B6-6878-CF57-D712-2179F02AFA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5811E-58CC-40EB-96D2-5B71613FCF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26D90C-A175-8143-B07A-6EE20CED6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04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4.jpeg" /><Relationship Id="rId4" Type="http://schemas.openxmlformats.org/officeDocument/2006/relationships/image" Target="../media/image3.jpeg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20FC1-E177-C798-CCF4-86B7242042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Introduction for cyber security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F942C-9DB2-3216-6860-690B152736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352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C48DD-C624-F83B-FF82-CFD07DC90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“In 2024 over 30 websites were hacked daily worldwide”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0E483-C08F-9263-1F8F-99C832A8E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522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7333D-C6BE-C7A7-827E-949514B56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Cyber security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CE361-2117-5DC5-2609-11CEE7F5B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Cyber security  is the practice of protecting various  digital components , network , data and our computer systems from unauthorised digital assets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717B7-5D4D-ACDA-0CCC-49B24623403E}"/>
              </a:ext>
            </a:extLst>
          </p:cNvPr>
          <p:cNvSpPr txBox="1"/>
          <p:nvPr/>
        </p:nvSpPr>
        <p:spPr>
          <a:xfrm>
            <a:off x="4592781" y="-3010918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613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DD8B7-96FC-8E3F-5CD3-20A2CFE9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Cyber threats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D39721D-789C-8AFC-AC38-62C78A03C2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4437"/>
            <a:ext cx="4709846" cy="2624129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4DDFAD-6CD8-B33B-3EF4-944243B305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39" y="1363933"/>
            <a:ext cx="4891761" cy="27651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B357CA-B2F5-B554-23E4-8D4863A868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11" y="4034568"/>
            <a:ext cx="4511536" cy="25061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994FF9-D80B-F01E-9054-D42B52E4B2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734" y="3988336"/>
            <a:ext cx="4798781" cy="276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626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8A9C8-672A-7CAD-429D-CD3B612C8E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Why cyber security is important? 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AADB1-5DD4-F194-0CD4-99F2AA7B2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1616" y="4168588"/>
            <a:ext cx="8076384" cy="2200428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606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1F5E37-17B0-9DF2-E0C1-E7EE99207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19" y="1295015"/>
            <a:ext cx="6150158" cy="42679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0E21C6-F389-D974-41E8-847E2FE7C0E7}"/>
              </a:ext>
            </a:extLst>
          </p:cNvPr>
          <p:cNvSpPr txBox="1"/>
          <p:nvPr/>
        </p:nvSpPr>
        <p:spPr>
          <a:xfrm rot="10800000" flipV="1">
            <a:off x="8373850" y="2396021"/>
            <a:ext cx="24693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Date and Time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Transaction Type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Transaction Amount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Account Balance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Bank Name and Branch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ATM ID or Location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Account Number (Masked)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Contact Information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287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13CC85-7CC3-1B32-BE1B-9918C3EF5BDB}"/>
              </a:ext>
            </a:extLst>
          </p:cNvPr>
          <p:cNvSpPr txBox="1"/>
          <p:nvPr/>
        </p:nvSpPr>
        <p:spPr>
          <a:xfrm>
            <a:off x="1674771" y="3056149"/>
            <a:ext cx="100730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3EB94E-3265-C3C0-6E3A-DC9774E7A453}"/>
              </a:ext>
            </a:extLst>
          </p:cNvPr>
          <p:cNvSpPr txBox="1"/>
          <p:nvPr/>
        </p:nvSpPr>
        <p:spPr>
          <a:xfrm>
            <a:off x="1827171" y="3208549"/>
            <a:ext cx="100730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B17AA7-1FCA-226A-CBDB-8478755906D8}"/>
              </a:ext>
            </a:extLst>
          </p:cNvPr>
          <p:cNvSpPr txBox="1"/>
          <p:nvPr/>
        </p:nvSpPr>
        <p:spPr>
          <a:xfrm>
            <a:off x="1979571" y="3333148"/>
            <a:ext cx="100730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n-IN" b="1" i="1" dirty="0"/>
          </a:p>
          <a:p>
            <a:pPr algn="l"/>
            <a:r>
              <a:rPr lang="en-IN" b="1" i="1" dirty="0"/>
              <a:t>- Identity theft</a:t>
            </a:r>
          </a:p>
          <a:p>
            <a:pPr algn="l"/>
            <a:r>
              <a:rPr lang="en-IN" b="1" i="1" dirty="0"/>
              <a:t>-Data breaches</a:t>
            </a:r>
          </a:p>
          <a:p>
            <a:pPr algn="l"/>
            <a:endParaRPr lang="en-IN" b="1" i="1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b="1" i="1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EFAE774-E963-C315-4087-FEE5ED8920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Growing digital age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7A51B71-8A57-1CE1-CBC6-650973B2FB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118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616EC-5A0A-3B1D-4CBA-50FAA80D26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Digital footprints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FB8C0-011B-CC44-00FA-7A3CD03416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“Everything you do online leaves a trace – even deleted photos or posts.”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514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9F8F9-B1C9-C8E1-E916-37BABC3D5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Cyber security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0A06C-9DCE-204E-2A8C-106E94418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Confidentiality</a:t>
            </a:r>
          </a:p>
          <a:p>
            <a:r>
              <a:rPr lang="en-IN" dirty="0"/>
              <a:t>Integrity</a:t>
            </a:r>
          </a:p>
          <a:p>
            <a:r>
              <a:rPr lang="en-IN" dirty="0"/>
              <a:t>Availability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84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42DF6-21A0-800D-84F5-FC40EAEFA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Cyber security domains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81F0E-0006-52DE-5243-CE6375AA3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Network Security</a:t>
            </a:r>
          </a:p>
          <a:p>
            <a:r>
              <a:rPr lang="en-IN" dirty="0"/>
              <a:t>Information Security</a:t>
            </a:r>
          </a:p>
          <a:p>
            <a:r>
              <a:rPr lang="en-IN" dirty="0"/>
              <a:t>Application Security</a:t>
            </a:r>
          </a:p>
          <a:p>
            <a:r>
              <a:rPr lang="en-IN" dirty="0"/>
              <a:t>Endpoint Security</a:t>
            </a:r>
          </a:p>
          <a:p>
            <a:r>
              <a:rPr lang="en-IN" dirty="0"/>
              <a:t>Cloud Security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190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6EC724-D042-EF18-38D3-8505DB865C86}"/>
              </a:ext>
            </a:extLst>
          </p:cNvPr>
          <p:cNvSpPr txBox="1"/>
          <p:nvPr/>
        </p:nvSpPr>
        <p:spPr>
          <a:xfrm>
            <a:off x="1540299" y="1992610"/>
            <a:ext cx="92417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While the digital age offers immense benefits, it also demands greater vigilance. Safeguarding personal data is not just a matter of convenience but a necessity to protect our privacy, finances, and emotional well-being. By adopting secure practices and staying informed about potential risks, we can navigate the digital world more safely</a:t>
            </a:r>
          </a:p>
        </p:txBody>
      </p:sp>
    </p:spTree>
    <p:extLst>
      <p:ext uri="{BB962C8B-B14F-4D97-AF65-F5344CB8AC3E}">
        <p14:creationId xmlns:p14="http://schemas.microsoft.com/office/powerpoint/2010/main" val="3722491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Introduction for cyber security</vt:lpstr>
      <vt:lpstr>“In 2024 over 30 websites were hacked daily worldwide”</vt:lpstr>
      <vt:lpstr>Cyber security</vt:lpstr>
      <vt:lpstr>Cyber threats</vt:lpstr>
      <vt:lpstr>Why cyber security is important? </vt:lpstr>
      <vt:lpstr>PowerPoint Presentation</vt:lpstr>
      <vt:lpstr>Growing digital age</vt:lpstr>
      <vt:lpstr>Digital footprints</vt:lpstr>
      <vt:lpstr>Cyber security</vt:lpstr>
      <vt:lpstr>Cyber security domains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for cyber security</dc:title>
  <dc:creator>amithaelit2004@gmail.com</dc:creator>
  <cp:lastModifiedBy>amithaelit2004@gmail.com</cp:lastModifiedBy>
  <cp:revision>3</cp:revision>
  <dcterms:created xsi:type="dcterms:W3CDTF">2025-01-28T10:23:51Z</dcterms:created>
  <dcterms:modified xsi:type="dcterms:W3CDTF">2025-01-28T14:18:39Z</dcterms:modified>
</cp:coreProperties>
</file>